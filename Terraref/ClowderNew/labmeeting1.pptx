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C375B-C560-4D40-BD2A-76DAB9576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DBA51-AA5D-49A6-88DC-7F3BEE10A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A2736-D766-4334-B0E1-55E8E0075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3A72-5C8D-4BBF-A190-EC345467AE1C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110E6-EB39-4F60-AE7E-31797060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5451D-9CF9-4AA9-8C98-1291E9D3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C549-738D-4EC4-8D4D-C90912F46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7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9CB6-82B3-41B8-B08F-FC8E111EC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FDD4B-75E5-4E17-947F-BD0BEBF55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AE12A-CBAC-4F7C-B6E8-70F2687F0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3A72-5C8D-4BBF-A190-EC345467AE1C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B6D4F-C690-4480-85C6-6D8E1564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0642F-2921-4F7C-B047-A9C6C696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C549-738D-4EC4-8D4D-C90912F46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60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D6FBD-1016-4DBE-A50C-87CA9940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8A630-5394-43E1-97F0-9754BBC89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72DA0-CAAA-4B4E-A6FF-DCF9EEB7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3A72-5C8D-4BBF-A190-EC345467AE1C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50498-F56B-44DD-A62E-2F69F30E5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41E4D-77CB-40E4-9D51-D94E56462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C549-738D-4EC4-8D4D-C90912F46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99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24B42-2966-4CFE-81D7-34A15F877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AF3A7-E941-4799-A15E-A169B86AE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FB16F-9F0D-4CE0-A79F-E4B1B9639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8C466-BDBF-44E3-A7FD-B4F7EFBF6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3A72-5C8D-4BBF-A190-EC345467AE1C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6B12C-405E-4F3B-A94F-7E6E9BFCE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2FA5F-AA62-4A26-8C69-B7656BF7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C549-738D-4EC4-8D4D-C90912F46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803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6221-42A5-4711-9230-6FFABFEB7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0D966-F44E-46AA-86EA-E455AAEA5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BBD81E-A8B4-4739-829E-EA8402C15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5C7F0-55CB-4308-8E7A-FF25D0B38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1460D7-FBE1-401A-8F1B-BF3A42D84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87E91-2C9A-434F-9EAB-2E5B532DE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3A72-5C8D-4BBF-A190-EC345467AE1C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9A87B5-A0AB-4171-9F33-C70C23AC0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2E181-90F3-4BA9-85D8-073449CC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C549-738D-4EC4-8D4D-C90912F46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9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9CDC-0D9D-4692-84D9-B3793511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FA7EB5-D376-467C-8521-E68234882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3A72-5C8D-4BBF-A190-EC345467AE1C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C63AF0-3F73-4F58-B286-D6F400E40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0A7DF-E4A6-4145-8D31-A21FE4865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C549-738D-4EC4-8D4D-C90912F46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2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943BD-0AA5-47BB-85F2-13ED746D8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3A72-5C8D-4BBF-A190-EC345467AE1C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5EA1CF-A51E-4608-BBB8-CA73EBF55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7C18B-1BC5-4F9F-BADB-310D0CA8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C549-738D-4EC4-8D4D-C90912F46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55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956B-642D-4BF3-9D0C-65DAC1A5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6A758-EAC8-49CF-AA02-8F1A1FEBE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1D187-D43C-47D0-BC50-B59A10E29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86060-F768-499D-B4AF-5425E31DC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3A72-5C8D-4BBF-A190-EC345467AE1C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2AD9A-E081-4B2D-B335-C3CEF938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2D167-C2E3-4C10-A720-392CD742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C549-738D-4EC4-8D4D-C90912F46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6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05CDC-75DB-4180-B7AA-F18B671FD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15ED88-9E34-4EDB-BE50-895A75A685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C36F9-D0BE-45CF-A570-F92B24729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67FE8-BC3C-48F0-AC6E-DE6AE38F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3A72-5C8D-4BBF-A190-EC345467AE1C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D1956-900B-4781-87E1-6ED6C84D6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5C2FD-B3E6-437C-B3CE-C6533A62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C549-738D-4EC4-8D4D-C90912F46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76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077F-D174-468C-BEF9-0126B57BB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E61D3-2C04-4BEC-AE61-6E1CEE43A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CD236-9C59-4C55-ABD2-BDD381BD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3A72-5C8D-4BBF-A190-EC345467AE1C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D4041-8D90-4788-B17A-6B025376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20CCD-A016-4321-996F-A749A7B5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C549-738D-4EC4-8D4D-C90912F46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63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9447D-9D72-4538-8FC4-1753FF107B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7295A-3695-4542-AFE3-B3E320249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09B95-4211-46EE-A6DE-B5A7131A9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3A72-5C8D-4BBF-A190-EC345467AE1C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12953-ECD1-49E6-84F4-732E2DF6F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A2734-6FC8-4BE1-B23F-80A17F48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C549-738D-4EC4-8D4D-C90912F46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2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0EEB64-7993-4EA5-895B-BA73420B2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4270B-8F57-472D-B82A-D38126B95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D30C5-0AA7-4D52-910B-D4FE7E9E6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F3A72-5C8D-4BBF-A190-EC345467AE1C}" type="datetimeFigureOut">
              <a:rPr lang="en-US" smtClean="0"/>
              <a:t>10/9/2018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DEECF-7585-41D1-9EF8-339CCC7F8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AD940-A558-4DC2-82EA-29D47B52E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6C549-738D-4EC4-8D4D-C90912F46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11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09D5-C114-47BE-89C0-CD3231345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107AB-76AF-4290-A859-429DAB98AC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40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286014-8976-4CDF-BF22-A8B30525A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213" y="556566"/>
            <a:ext cx="4224948" cy="5899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A40290-1B39-4C2D-A617-5975AB997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613" y="1029810"/>
            <a:ext cx="3547107" cy="4952914"/>
          </a:xfrm>
          <a:prstGeom prst="rect">
            <a:avLst/>
          </a:prstGeom>
        </p:spPr>
      </p:pic>
      <p:pic>
        <p:nvPicPr>
          <p:cNvPr id="10" name="Picture 9" descr="A close up of a plant&#10;&#10;Description generated with very high confidence">
            <a:extLst>
              <a:ext uri="{FF2B5EF4-FFF2-40B4-BE49-F238E27FC236}">
                <a16:creationId xmlns:a16="http://schemas.microsoft.com/office/drawing/2014/main" id="{75A4BA02-BC2B-4ADD-8335-AC8943EF12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8425"/>
            <a:ext cx="3881761" cy="517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24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Cody Champion</dc:creator>
  <cp:lastModifiedBy>Cody Champion</cp:lastModifiedBy>
  <cp:revision>2</cp:revision>
  <dcterms:created xsi:type="dcterms:W3CDTF">2018-10-09T18:06:14Z</dcterms:created>
  <dcterms:modified xsi:type="dcterms:W3CDTF">2018-10-09T18:09:34Z</dcterms:modified>
</cp:coreProperties>
</file>